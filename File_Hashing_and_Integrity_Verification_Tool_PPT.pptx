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File Hashing and Integrity Verification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By Gaurav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 integrity is critical in cybersecurity</a:t>
            </a:r>
          </a:p>
          <a:p>
            <a:r>
              <a:t>• Hashing ensures data authenticity</a:t>
            </a:r>
          </a:p>
          <a:p>
            <a:r>
              <a:t>• GUI-based integrity verification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Hashing?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Converts data into fixed-length hash</a:t>
            </a:r>
          </a:p>
          <a:p>
            <a:r>
              <a:t>• Acts as digital fingerprint</a:t>
            </a:r>
          </a:p>
          <a:p>
            <a:r>
              <a:t>• Any change alters hash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Hashing 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MD5</a:t>
            </a:r>
          </a:p>
          <a:p>
            <a:r>
              <a:t>• SHA-1</a:t>
            </a:r>
          </a:p>
          <a:p>
            <a:r>
              <a:t>• SHA-256</a:t>
            </a:r>
          </a:p>
          <a:p>
            <a:r>
              <a:t>• SHA-384</a:t>
            </a:r>
          </a:p>
          <a:p>
            <a:r>
              <a:t>• SHA-512</a:t>
            </a:r>
          </a:p>
          <a:p>
            <a:r>
              <a:t>• SHA3-256/384/512</a:t>
            </a:r>
          </a:p>
          <a:p>
            <a:r>
              <a:t>• RIPEMD-160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 integrity verification</a:t>
            </a:r>
          </a:p>
          <a:p>
            <a:r>
              <a:t>• Detect modification</a:t>
            </a:r>
          </a:p>
          <a:p>
            <a:r>
              <a:t>• Directory monitoring</a:t>
            </a:r>
          </a:p>
          <a:p>
            <a:r>
              <a:t>• Malware scanning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&amp; Tkinter GUI</a:t>
            </a:r>
          </a:p>
          <a:p>
            <a:r>
              <a:t>• hashlib library</a:t>
            </a:r>
          </a:p>
          <a:p>
            <a:r>
              <a:t>• JSON storage</a:t>
            </a:r>
          </a:p>
          <a:p>
            <a:r>
              <a:t>• VirusTotal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Hashing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Select file</a:t>
            </a:r>
          </a:p>
          <a:p>
            <a:r>
              <a:t>• Choose algorithm</a:t>
            </a:r>
          </a:p>
          <a:p>
            <a:r>
              <a:t>• Generate and export hash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Compare Hash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Hash A from file</a:t>
            </a:r>
          </a:p>
          <a:p>
            <a:r>
              <a:t>• Hash B user input</a:t>
            </a:r>
          </a:p>
          <a:p>
            <a:r>
              <a:t>• Match/Mismatch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Side-by-Side Compare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Select two files</a:t>
            </a:r>
          </a:p>
          <a:p>
            <a:r>
              <a:t>• Compare hashes</a:t>
            </a:r>
          </a:p>
          <a:p>
            <a:r>
              <a:t>• Verify identical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Checksum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Write checksum file</a:t>
            </a:r>
          </a:p>
          <a:p>
            <a:r>
              <a:t>• Load checksum</a:t>
            </a:r>
          </a:p>
          <a:p>
            <a:r>
              <a:t>• Integrity 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Directory Monitor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Recursive hashing</a:t>
            </a:r>
          </a:p>
          <a:p>
            <a:r>
              <a:t>• JSON snapshot</a:t>
            </a:r>
          </a:p>
          <a:p>
            <a:r>
              <a:t>• Detect NEW / MODIFIED / MISSING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VirusTotal Scanner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API key</a:t>
            </a:r>
          </a:p>
          <a:p>
            <a:r>
              <a:t>• Scan file hash</a:t>
            </a:r>
          </a:p>
          <a:p>
            <a:r>
              <a:t>• Malware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live monitoring</a:t>
            </a:r>
          </a:p>
          <a:p>
            <a:r>
              <a:t>• API request limits</a:t>
            </a:r>
          </a:p>
          <a:p>
            <a:r>
              <a:t>• Desktop-only 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alerts</a:t>
            </a:r>
          </a:p>
          <a:p>
            <a:r>
              <a:t>• Cloud storage</a:t>
            </a:r>
          </a:p>
          <a:p>
            <a:r>
              <a:t>• Advanced malware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integrity verification</a:t>
            </a:r>
          </a:p>
          <a:p>
            <a:r>
              <a:t>• Practical cybersecurity project</a:t>
            </a:r>
          </a:p>
          <a:p>
            <a:r>
              <a:t>• Educational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